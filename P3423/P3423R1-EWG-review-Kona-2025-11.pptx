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7" r:id="rId7"/>
    <p:sldId id="268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0"/>
    <p:restoredTop sz="94696"/>
  </p:normalViewPr>
  <p:slideViewPr>
    <p:cSldViewPr snapToGrid="0">
      <p:cViewPr varScale="1">
        <p:scale>
          <a:sx n="139" d="100"/>
          <a:sy n="139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99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5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1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97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4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9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54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2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2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99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90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98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65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89CF45A-83ED-784B-B6F0-5F9DAD48A9D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2453DA9-8220-D24C-ACE3-3E7968B26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46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AB6-7CB1-A22C-C9C2-CA9CFDD52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P3423R1:</a:t>
            </a:r>
            <a:br>
              <a:rPr lang="en-US" dirty="0"/>
            </a:br>
            <a:r>
              <a:rPr lang="en-US" dirty="0"/>
              <a:t>Extending User-Generated Diagnostic Messages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20BAA-B955-4E0F-8697-411E0844D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929830"/>
          </a:xfrm>
        </p:spPr>
        <p:txBody>
          <a:bodyPr>
            <a:normAutofit/>
          </a:bodyPr>
          <a:lstStyle/>
          <a:p>
            <a:r>
              <a:rPr lang="en-US" dirty="0"/>
              <a:t>Yihe Li</a:t>
            </a:r>
          </a:p>
          <a:p>
            <a:r>
              <a:rPr lang="en-US" dirty="0"/>
              <a:t>EWG Kona (2025-11)</a:t>
            </a:r>
          </a:p>
        </p:txBody>
      </p:sp>
    </p:spTree>
    <p:extLst>
      <p:ext uri="{BB962C8B-B14F-4D97-AF65-F5344CB8AC3E}">
        <p14:creationId xmlns:p14="http://schemas.microsoft.com/office/powerpoint/2010/main" val="1680769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7021-B9B6-9D6E-4ED8-17472085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Refresher: What Is Proposed?</a:t>
            </a:r>
          </a:p>
        </p:txBody>
      </p:sp>
      <p:pic>
        <p:nvPicPr>
          <p:cNvPr id="5" name="Content Placeholder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B7ED28BA-DC1F-1EC5-572C-74CECF25B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749" y="2050665"/>
            <a:ext cx="10350500" cy="31115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394FB9-EE2B-379A-FC66-760BD6E46ED7}"/>
              </a:ext>
            </a:extLst>
          </p:cNvPr>
          <p:cNvSpPr txBox="1"/>
          <p:nvPr/>
        </p:nvSpPr>
        <p:spPr>
          <a:xfrm>
            <a:off x="920749" y="5395865"/>
            <a:ext cx="103504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proposal thus tries to introduce a user-provided string parameter for the other three things that currently accept a string literal.</a:t>
            </a:r>
          </a:p>
          <a:p>
            <a:r>
              <a:rPr lang="en-US" sz="2000" dirty="0"/>
              <a:t>Namely: [[</a:t>
            </a:r>
            <a:r>
              <a:rPr lang="en-US" sz="2000" dirty="0" err="1"/>
              <a:t>nodiscard</a:t>
            </a:r>
            <a:r>
              <a:rPr lang="en-US" sz="2000" dirty="0"/>
              <a:t>(message)]], [[deprecated(message)]], = delete(message)</a:t>
            </a:r>
          </a:p>
        </p:txBody>
      </p:sp>
    </p:spTree>
    <p:extLst>
      <p:ext uri="{BB962C8B-B14F-4D97-AF65-F5344CB8AC3E}">
        <p14:creationId xmlns:p14="http://schemas.microsoft.com/office/powerpoint/2010/main" val="384843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86B5-0CDD-C02E-6FE0-4D37C8FE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Refresher: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4C2A8-BF1D-D4A9-3155-13E030EFB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529966"/>
          </a:xfrm>
        </p:spPr>
        <p:txBody>
          <a:bodyPr>
            <a:normAutofit/>
          </a:bodyPr>
          <a:lstStyle/>
          <a:p>
            <a:r>
              <a:rPr lang="en-US" sz="2000" dirty="0"/>
              <a:t>Better error message</a:t>
            </a:r>
          </a:p>
        </p:txBody>
      </p:sp>
      <p:pic>
        <p:nvPicPr>
          <p:cNvPr id="5" name="Picture 4" descr="A computer screen with text on it&#10;&#10;AI-generated content may be incorrect.">
            <a:extLst>
              <a:ext uri="{FF2B5EF4-FFF2-40B4-BE49-F238E27FC236}">
                <a16:creationId xmlns:a16="http://schemas.microsoft.com/office/drawing/2014/main" id="{FA0B644C-126B-1CDF-217D-5C90B27A9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566" y="1999924"/>
            <a:ext cx="7772400" cy="4211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33A3A4-8353-140E-E06D-504C27051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566" y="5298918"/>
            <a:ext cx="7772400" cy="40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7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E67A9-A569-5765-32E4-4804B20C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Information: More Motivation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11E40-C1BC-E6DE-A261-7103FBB2A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528926"/>
          </a:xfrm>
        </p:spPr>
        <p:txBody>
          <a:bodyPr>
            <a:normAutofit/>
          </a:bodyPr>
          <a:lstStyle/>
          <a:p>
            <a:r>
              <a:rPr lang="en-US" sz="2000" dirty="0"/>
              <a:t>Contracts is trying to adopt the same thing! (P3099R0)</a:t>
            </a: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D5E4142-CC28-C0FD-D776-7C37257CB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" y="2751214"/>
            <a:ext cx="7772400" cy="365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5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CD9F-D98F-CD82-67B7-2DFB51B1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from Sofia: SFINAE Interaction?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2F58C-93BA-09A9-619A-6AC21B2E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SFINAE behave as the same as in </a:t>
            </a:r>
            <a:r>
              <a:rPr lang="en-US" sz="2000" dirty="0" err="1"/>
              <a:t>noexcept</a:t>
            </a:r>
            <a:r>
              <a:rPr lang="en-US" sz="2000" dirty="0"/>
              <a:t>() or normal contexts</a:t>
            </a:r>
          </a:p>
          <a:p>
            <a:r>
              <a:rPr lang="en-US" sz="2000" dirty="0"/>
              <a:t>Basically: First overload resolution, then instantiation.</a:t>
            </a:r>
          </a:p>
          <a:p>
            <a:r>
              <a:rPr lang="en-US" sz="2000" dirty="0"/>
              <a:t>Bottom line: Attribute does not affect overload resolution at all</a:t>
            </a:r>
          </a:p>
        </p:txBody>
      </p:sp>
    </p:spTree>
    <p:extLst>
      <p:ext uri="{BB962C8B-B14F-4D97-AF65-F5344CB8AC3E}">
        <p14:creationId xmlns:p14="http://schemas.microsoft.com/office/powerpoint/2010/main" val="113032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1A264-A57E-235E-5E56-0109013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30B3-BC6D-4B2A-CD47-B7DAEDCE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from Sofia: Circular Dep?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8A67-F038-45AE-E2AD-FA6B10AE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3575304"/>
            <a:ext cx="10554574" cy="3017520"/>
          </a:xfrm>
        </p:spPr>
        <p:txBody>
          <a:bodyPr>
            <a:normAutofit/>
          </a:bodyPr>
          <a:lstStyle/>
          <a:p>
            <a:r>
              <a:rPr lang="en-US" sz="2000" dirty="0"/>
              <a:t>Yes, this is valid ([</a:t>
            </a:r>
            <a:r>
              <a:rPr lang="en-US" sz="2000" dirty="0" err="1"/>
              <a:t>dcl.attr.deprecated</a:t>
            </a:r>
            <a:r>
              <a:rPr lang="en-US" sz="2000" dirty="0"/>
              <a:t>]/3), and redeclaration with different argument is also allowed.</a:t>
            </a:r>
          </a:p>
          <a:p>
            <a:r>
              <a:rPr lang="en-US" sz="2000" dirty="0"/>
              <a:t>However, which argument is displayed in the error message is unspecified. </a:t>
            </a:r>
          </a:p>
          <a:p>
            <a:r>
              <a:rPr lang="en-US" sz="2000" dirty="0"/>
              <a:t>Here we have a solution: fun&lt;T&gt;() is not a constant expression before it is defined, so hard </a:t>
            </a:r>
            <a:r>
              <a:rPr lang="en-US" sz="2000"/>
              <a:t>error.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EBABC-0F6F-3855-FF60-C4083CB97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71" y="2405167"/>
            <a:ext cx="10299458" cy="102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0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662AE-4FFA-22F5-A3C0-E1900F620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7B48-220F-2A06-CA5D-21DA0DFB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from Sofia: Disambiguation?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7E936CB-3320-4981-A0E2-DCDF2702C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" y="2327304"/>
            <a:ext cx="5346700" cy="9271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6319C5-EBCE-F02A-6C62-F414501535AC}"/>
              </a:ext>
            </a:extLst>
          </p:cNvPr>
          <p:cNvSpPr txBox="1">
            <a:spLocks/>
          </p:cNvSpPr>
          <p:nvPr/>
        </p:nvSpPr>
        <p:spPr>
          <a:xfrm>
            <a:off x="810000" y="3368542"/>
            <a:ext cx="9495288" cy="287681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What if attributes later take a condition?</a:t>
            </a:r>
          </a:p>
          <a:p>
            <a:r>
              <a:rPr lang="en-US" sz="2000" dirty="0"/>
              <a:t>Can be (condition, message) &lt;- no conflict here</a:t>
            </a:r>
          </a:p>
          <a:p>
            <a:r>
              <a:rPr lang="en-US" sz="2000" dirty="0"/>
              <a:t>Can also be disambiguated by string-like vs bool &lt;- Someone says this is insufficient… “string literals” are convertible to bool already</a:t>
            </a:r>
          </a:p>
          <a:p>
            <a:r>
              <a:rPr lang="en-US" sz="2000" dirty="0"/>
              <a:t>The author really thinks that using string literals that way most likely is an error, so one non-breaking approach is to prefer ”reason” on string-like &amp; string literal, and try </a:t>
            </a:r>
            <a:r>
              <a:rPr lang="en-US" sz="2000" dirty="0" err="1"/>
              <a:t>boolean</a:t>
            </a:r>
            <a:r>
              <a:rPr lang="en-US" sz="2000" dirty="0"/>
              <a:t> only if doesn’t work</a:t>
            </a:r>
          </a:p>
        </p:txBody>
      </p:sp>
    </p:spTree>
    <p:extLst>
      <p:ext uri="{BB962C8B-B14F-4D97-AF65-F5344CB8AC3E}">
        <p14:creationId xmlns:p14="http://schemas.microsoft.com/office/powerpoint/2010/main" val="2775245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01328-D34C-C958-0768-E89DC46264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13786000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1186</TotalTime>
  <Words>280</Words>
  <Application>Microsoft Macintosh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2</vt:lpstr>
      <vt:lpstr>Quotable</vt:lpstr>
      <vt:lpstr>P3423R1: Extending User-Generated Diagnostic Messages</vt:lpstr>
      <vt:lpstr>Refresher: What Is Proposed?</vt:lpstr>
      <vt:lpstr>Refresher: Motivation</vt:lpstr>
      <vt:lpstr>New Information: More Motivation</vt:lpstr>
      <vt:lpstr>Questions from Sofia: SFINAE Interaction?</vt:lpstr>
      <vt:lpstr>Questions from Sofia: Circular Dep?</vt:lpstr>
      <vt:lpstr>Questions from Sofia: Disambiguation?</vt:lpstr>
      <vt:lpstr>Thanks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Yihe</dc:creator>
  <cp:lastModifiedBy>Yihe Li</cp:lastModifiedBy>
  <cp:revision>20</cp:revision>
  <dcterms:created xsi:type="dcterms:W3CDTF">2025-06-16T13:38:57Z</dcterms:created>
  <dcterms:modified xsi:type="dcterms:W3CDTF">2025-11-03T21:09:59Z</dcterms:modified>
</cp:coreProperties>
</file>